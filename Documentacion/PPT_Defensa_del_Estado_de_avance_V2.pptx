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hg38HEVNqNMpU3dtIRWamru8aJ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E3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989529" y="0"/>
            <a:ext cx="8298471" cy="10287000"/>
          </a:xfrm>
          <a:custGeom>
            <a:rect b="b" l="l" r="r" t="t"/>
            <a:pathLst>
              <a:path extrusionOk="0" h="777685" w="627354">
                <a:moveTo>
                  <a:pt x="0" y="0"/>
                </a:moveTo>
                <a:lnTo>
                  <a:pt x="627354" y="0"/>
                </a:lnTo>
                <a:lnTo>
                  <a:pt x="627354" y="777685"/>
                </a:lnTo>
                <a:lnTo>
                  <a:pt x="0" y="77768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3030" r="-4303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7157687" y="7455158"/>
            <a:ext cx="5663683" cy="2831842"/>
          </a:xfrm>
          <a:custGeom>
            <a:rect b="b" l="l" r="r" t="t"/>
            <a:pathLst>
              <a:path extrusionOk="0" h="2831842" w="5663683">
                <a:moveTo>
                  <a:pt x="0" y="0"/>
                </a:moveTo>
                <a:lnTo>
                  <a:pt x="5663683" y="0"/>
                </a:lnTo>
                <a:lnTo>
                  <a:pt x="5663683" y="2831842"/>
                </a:lnTo>
                <a:lnTo>
                  <a:pt x="0" y="2831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7934175" y="8230623"/>
            <a:ext cx="4110707" cy="2055354"/>
          </a:xfrm>
          <a:custGeom>
            <a:rect b="b" l="l" r="r" t="t"/>
            <a:pathLst>
              <a:path extrusionOk="0" h="2055354" w="4110707">
                <a:moveTo>
                  <a:pt x="0" y="0"/>
                </a:moveTo>
                <a:lnTo>
                  <a:pt x="4110707" y="0"/>
                </a:lnTo>
                <a:lnTo>
                  <a:pt x="4110707" y="2055354"/>
                </a:lnTo>
                <a:lnTo>
                  <a:pt x="0" y="2055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364050" y="1134537"/>
            <a:ext cx="6899100" cy="3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7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DEFENSA DEL ESTADO DE AVANCE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364050" y="5003292"/>
            <a:ext cx="6308733" cy="31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 DE ABRIL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364050" y="8065206"/>
            <a:ext cx="6308733" cy="359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Alumnos: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64050" y="8527415"/>
            <a:ext cx="6308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Paula Frías Navarro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Sebastián Valdivia Estay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64050" y="6962732"/>
            <a:ext cx="6308733" cy="359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64050" y="7350717"/>
            <a:ext cx="6308733" cy="359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Arturo Vargas Reyes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"/>
          <p:cNvGrpSpPr/>
          <p:nvPr/>
        </p:nvGrpSpPr>
        <p:grpSpPr>
          <a:xfrm>
            <a:off x="0" y="0"/>
            <a:ext cx="18288000" cy="2130399"/>
            <a:chOff x="0" y="0"/>
            <a:chExt cx="4816593" cy="561093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4816592" cy="561093"/>
            </a:xfrm>
            <a:custGeom>
              <a:rect b="b" l="l" r="r" t="t"/>
              <a:pathLst>
                <a:path extrusionOk="0" h="5610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93"/>
                  </a:lnTo>
                  <a:lnTo>
                    <a:pt x="0" y="561093"/>
                  </a:lnTo>
                  <a:close/>
                </a:path>
              </a:pathLst>
            </a:custGeom>
            <a:solidFill>
              <a:srgbClr val="142E39"/>
            </a:solid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0" y="57150"/>
              <a:ext cx="4816593" cy="50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 rot="10800000">
            <a:off x="14444140" y="0"/>
            <a:ext cx="3843860" cy="1921930"/>
          </a:xfrm>
          <a:custGeom>
            <a:rect b="b" l="l" r="r" t="t"/>
            <a:pathLst>
              <a:path extrusionOk="0" h="1921930" w="3843860">
                <a:moveTo>
                  <a:pt x="0" y="0"/>
                </a:moveTo>
                <a:lnTo>
                  <a:pt x="3843860" y="0"/>
                </a:lnTo>
                <a:lnTo>
                  <a:pt x="3843860" y="1921930"/>
                </a:lnTo>
                <a:lnTo>
                  <a:pt x="0" y="192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 rot="10800000">
            <a:off x="14971131" y="694"/>
            <a:ext cx="2789878" cy="1394939"/>
          </a:xfrm>
          <a:custGeom>
            <a:rect b="b" l="l" r="r" t="t"/>
            <a:pathLst>
              <a:path extrusionOk="0" h="1394939" w="2789878">
                <a:moveTo>
                  <a:pt x="0" y="0"/>
                </a:moveTo>
                <a:lnTo>
                  <a:pt x="2789878" y="0"/>
                </a:lnTo>
                <a:lnTo>
                  <a:pt x="2789878" y="1394939"/>
                </a:lnTo>
                <a:lnTo>
                  <a:pt x="0" y="1394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1028700" y="774364"/>
            <a:ext cx="11074397" cy="67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DESCRIPCION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 rot="5400000">
            <a:off x="1800211" y="5258170"/>
            <a:ext cx="1773498" cy="1125820"/>
            <a:chOff x="66875" y="60552"/>
            <a:chExt cx="1024962" cy="650648"/>
          </a:xfrm>
        </p:grpSpPr>
        <p:sp>
          <p:nvSpPr>
            <p:cNvPr id="104" name="Google Shape;104;p2"/>
            <p:cNvSpPr/>
            <p:nvPr/>
          </p:nvSpPr>
          <p:spPr>
            <a:xfrm>
              <a:off x="66875" y="60552"/>
              <a:ext cx="1024962" cy="650648"/>
            </a:xfrm>
            <a:custGeom>
              <a:rect b="b" l="l" r="r" t="t"/>
              <a:pathLst>
                <a:path extrusionOk="0" h="650648" w="1024962">
                  <a:moveTo>
                    <a:pt x="592962" y="38244"/>
                  </a:moveTo>
                  <a:lnTo>
                    <a:pt x="1011356" y="551852"/>
                  </a:lnTo>
                  <a:cubicBezTo>
                    <a:pt x="1026118" y="569974"/>
                    <a:pt x="1029133" y="594973"/>
                    <a:pt x="1019101" y="616085"/>
                  </a:cubicBezTo>
                  <a:cubicBezTo>
                    <a:pt x="1009069" y="637196"/>
                    <a:pt x="987783" y="650648"/>
                    <a:pt x="964409" y="650648"/>
                  </a:cubicBezTo>
                  <a:lnTo>
                    <a:pt x="60553" y="650648"/>
                  </a:lnTo>
                  <a:cubicBezTo>
                    <a:pt x="37179" y="650648"/>
                    <a:pt x="15893" y="637196"/>
                    <a:pt x="5861" y="616085"/>
                  </a:cubicBezTo>
                  <a:cubicBezTo>
                    <a:pt x="-4171" y="594973"/>
                    <a:pt x="-1156" y="569974"/>
                    <a:pt x="13606" y="551852"/>
                  </a:cubicBezTo>
                  <a:lnTo>
                    <a:pt x="432000" y="38244"/>
                  </a:lnTo>
                  <a:cubicBezTo>
                    <a:pt x="451713" y="14045"/>
                    <a:pt x="481269" y="0"/>
                    <a:pt x="512481" y="0"/>
                  </a:cubicBezTo>
                  <a:cubicBezTo>
                    <a:pt x="543693" y="0"/>
                    <a:pt x="573249" y="14045"/>
                    <a:pt x="592962" y="38244"/>
                  </a:cubicBezTo>
                  <a:close/>
                </a:path>
              </a:pathLst>
            </a:custGeom>
            <a:solidFill>
              <a:srgbClr val="142E39"/>
            </a:solidFill>
            <a:ln cap="rnd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81049" y="263525"/>
              <a:ext cx="79661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3205280" y="5821079"/>
            <a:ext cx="10532568" cy="11767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107" name="Google Shape;107;p2"/>
          <p:cNvGrpSpPr/>
          <p:nvPr/>
        </p:nvGrpSpPr>
        <p:grpSpPr>
          <a:xfrm rot="5400000">
            <a:off x="13083169" y="4539275"/>
            <a:ext cx="4108318" cy="2798965"/>
            <a:chOff x="46485" y="46707"/>
            <a:chExt cx="1296196" cy="883088"/>
          </a:xfrm>
        </p:grpSpPr>
        <p:sp>
          <p:nvSpPr>
            <p:cNvPr id="108" name="Google Shape;108;p2"/>
            <p:cNvSpPr/>
            <p:nvPr/>
          </p:nvSpPr>
          <p:spPr>
            <a:xfrm>
              <a:off x="46485" y="46707"/>
              <a:ext cx="1296196" cy="883088"/>
            </a:xfrm>
            <a:custGeom>
              <a:rect b="b" l="l" r="r" t="t"/>
              <a:pathLst>
                <a:path extrusionOk="0" h="883088" w="1296196">
                  <a:moveTo>
                    <a:pt x="703871" y="27953"/>
                  </a:moveTo>
                  <a:lnTo>
                    <a:pt x="1286908" y="808428"/>
                  </a:lnTo>
                  <a:cubicBezTo>
                    <a:pt x="1297486" y="822588"/>
                    <a:pt x="1299165" y="841507"/>
                    <a:pt x="1291245" y="857308"/>
                  </a:cubicBezTo>
                  <a:cubicBezTo>
                    <a:pt x="1283325" y="873110"/>
                    <a:pt x="1267164" y="883087"/>
                    <a:pt x="1249489" y="883087"/>
                  </a:cubicBezTo>
                  <a:lnTo>
                    <a:pt x="46707" y="883087"/>
                  </a:lnTo>
                  <a:cubicBezTo>
                    <a:pt x="29031" y="883087"/>
                    <a:pt x="12870" y="873110"/>
                    <a:pt x="4951" y="857308"/>
                  </a:cubicBezTo>
                  <a:cubicBezTo>
                    <a:pt x="-2969" y="841507"/>
                    <a:pt x="-1290" y="822588"/>
                    <a:pt x="9288" y="808428"/>
                  </a:cubicBezTo>
                  <a:lnTo>
                    <a:pt x="592325" y="27953"/>
                  </a:lnTo>
                  <a:cubicBezTo>
                    <a:pt x="605467" y="10360"/>
                    <a:pt x="626139" y="0"/>
                    <a:pt x="648098" y="0"/>
                  </a:cubicBezTo>
                  <a:cubicBezTo>
                    <a:pt x="670057" y="0"/>
                    <a:pt x="690729" y="10360"/>
                    <a:pt x="703871" y="27953"/>
                  </a:cubicBezTo>
                  <a:close/>
                </a:path>
              </a:pathLst>
            </a:custGeom>
            <a:solidFill>
              <a:srgbClr val="142E39"/>
            </a:solidFill>
            <a:ln cap="rnd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217057" y="365015"/>
              <a:ext cx="955051" cy="498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4277139" y="4987783"/>
            <a:ext cx="498033" cy="498033"/>
            <a:chOff x="0" y="0"/>
            <a:chExt cx="812800" cy="812800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3" name="Google Shape;113;p2"/>
          <p:cNvCxnSpPr/>
          <p:nvPr/>
        </p:nvCxnSpPr>
        <p:spPr>
          <a:xfrm rot="10800000">
            <a:off x="4933065" y="3495575"/>
            <a:ext cx="1411188" cy="21728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4" name="Google Shape;114;p2"/>
          <p:cNvCxnSpPr/>
          <p:nvPr/>
        </p:nvCxnSpPr>
        <p:spPr>
          <a:xfrm flipH="1" rot="10800000">
            <a:off x="7928406" y="6016906"/>
            <a:ext cx="1069645" cy="235460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5" name="Google Shape;115;p2"/>
          <p:cNvCxnSpPr/>
          <p:nvPr/>
        </p:nvCxnSpPr>
        <p:spPr>
          <a:xfrm rot="10800000">
            <a:off x="10670416" y="3495575"/>
            <a:ext cx="1112365" cy="243588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116" name="Google Shape;116;p2"/>
          <p:cNvGrpSpPr/>
          <p:nvPr/>
        </p:nvGrpSpPr>
        <p:grpSpPr>
          <a:xfrm>
            <a:off x="4625239" y="3181708"/>
            <a:ext cx="364646" cy="363824"/>
            <a:chOff x="0" y="0"/>
            <a:chExt cx="814637" cy="812800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814637" cy="812800"/>
            </a:xfrm>
            <a:custGeom>
              <a:rect b="b" l="l" r="r" t="t"/>
              <a:pathLst>
                <a:path extrusionOk="0" h="812800" w="814637">
                  <a:moveTo>
                    <a:pt x="407318" y="0"/>
                  </a:moveTo>
                  <a:cubicBezTo>
                    <a:pt x="182363" y="0"/>
                    <a:pt x="0" y="181951"/>
                    <a:pt x="0" y="406400"/>
                  </a:cubicBezTo>
                  <a:cubicBezTo>
                    <a:pt x="0" y="630849"/>
                    <a:pt x="182363" y="812800"/>
                    <a:pt x="407318" y="812800"/>
                  </a:cubicBezTo>
                  <a:cubicBezTo>
                    <a:pt x="632274" y="812800"/>
                    <a:pt x="814637" y="630849"/>
                    <a:pt x="814637" y="406400"/>
                  </a:cubicBezTo>
                  <a:cubicBezTo>
                    <a:pt x="814637" y="181951"/>
                    <a:pt x="632274" y="0"/>
                    <a:pt x="407318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19050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76372" y="66675"/>
              <a:ext cx="661892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2"/>
          <p:cNvSpPr txBox="1"/>
          <p:nvPr/>
        </p:nvSpPr>
        <p:spPr>
          <a:xfrm>
            <a:off x="3354644" y="3191233"/>
            <a:ext cx="1390444" cy="38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2"/>
              <a:buFont typeface="Arial"/>
              <a:buNone/>
            </a:pPr>
            <a:r>
              <a:rPr b="1" i="0" lang="en-US" sz="2572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8630166" y="3191233"/>
            <a:ext cx="1785313" cy="38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2"/>
              <a:buFont typeface="Arial"/>
              <a:buNone/>
            </a:pPr>
            <a:r>
              <a:rPr b="1" i="0" lang="en-US" sz="2572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MODELOS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5832733" y="8328633"/>
            <a:ext cx="1785313" cy="38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2"/>
              <a:buFont typeface="Arial"/>
              <a:buNone/>
            </a:pPr>
            <a:r>
              <a:rPr b="1" i="0" lang="en-US" sz="2572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ENTORNO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2"/>
          <p:cNvGrpSpPr/>
          <p:nvPr/>
        </p:nvGrpSpPr>
        <p:grpSpPr>
          <a:xfrm>
            <a:off x="6261091" y="5639167"/>
            <a:ext cx="364646" cy="363824"/>
            <a:chOff x="0" y="0"/>
            <a:chExt cx="814637" cy="812800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814637" cy="812800"/>
            </a:xfrm>
            <a:custGeom>
              <a:rect b="b" l="l" r="r" t="t"/>
              <a:pathLst>
                <a:path extrusionOk="0" h="812800" w="814637">
                  <a:moveTo>
                    <a:pt x="407318" y="0"/>
                  </a:moveTo>
                  <a:cubicBezTo>
                    <a:pt x="182363" y="0"/>
                    <a:pt x="0" y="181951"/>
                    <a:pt x="0" y="406400"/>
                  </a:cubicBezTo>
                  <a:cubicBezTo>
                    <a:pt x="0" y="630849"/>
                    <a:pt x="182363" y="812800"/>
                    <a:pt x="407318" y="812800"/>
                  </a:cubicBezTo>
                  <a:cubicBezTo>
                    <a:pt x="632274" y="812800"/>
                    <a:pt x="814637" y="630849"/>
                    <a:pt x="814637" y="406400"/>
                  </a:cubicBezTo>
                  <a:cubicBezTo>
                    <a:pt x="814637" y="181951"/>
                    <a:pt x="632274" y="0"/>
                    <a:pt x="407318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19050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76372" y="66675"/>
              <a:ext cx="661892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8889072" y="5668399"/>
            <a:ext cx="364646" cy="363824"/>
            <a:chOff x="0" y="0"/>
            <a:chExt cx="814637" cy="812800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814637" cy="812800"/>
            </a:xfrm>
            <a:custGeom>
              <a:rect b="b" l="l" r="r" t="t"/>
              <a:pathLst>
                <a:path extrusionOk="0" h="812800" w="814637">
                  <a:moveTo>
                    <a:pt x="407318" y="0"/>
                  </a:moveTo>
                  <a:cubicBezTo>
                    <a:pt x="182363" y="0"/>
                    <a:pt x="0" y="181951"/>
                    <a:pt x="0" y="406400"/>
                  </a:cubicBezTo>
                  <a:cubicBezTo>
                    <a:pt x="0" y="630849"/>
                    <a:pt x="182363" y="812800"/>
                    <a:pt x="407318" y="812800"/>
                  </a:cubicBezTo>
                  <a:cubicBezTo>
                    <a:pt x="632274" y="812800"/>
                    <a:pt x="814637" y="630849"/>
                    <a:pt x="814637" y="406400"/>
                  </a:cubicBezTo>
                  <a:cubicBezTo>
                    <a:pt x="814637" y="181951"/>
                    <a:pt x="632274" y="0"/>
                    <a:pt x="407318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19050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76372" y="66675"/>
              <a:ext cx="661892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7618047" y="8319108"/>
            <a:ext cx="364646" cy="363824"/>
            <a:chOff x="0" y="0"/>
            <a:chExt cx="814637" cy="81280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814637" cy="812800"/>
            </a:xfrm>
            <a:custGeom>
              <a:rect b="b" l="l" r="r" t="t"/>
              <a:pathLst>
                <a:path extrusionOk="0" h="812800" w="814637">
                  <a:moveTo>
                    <a:pt x="407318" y="0"/>
                  </a:moveTo>
                  <a:cubicBezTo>
                    <a:pt x="182363" y="0"/>
                    <a:pt x="0" y="181951"/>
                    <a:pt x="0" y="406400"/>
                  </a:cubicBezTo>
                  <a:cubicBezTo>
                    <a:pt x="0" y="630849"/>
                    <a:pt x="182363" y="812800"/>
                    <a:pt x="407318" y="812800"/>
                  </a:cubicBezTo>
                  <a:cubicBezTo>
                    <a:pt x="632274" y="812800"/>
                    <a:pt x="814637" y="630849"/>
                    <a:pt x="814637" y="406400"/>
                  </a:cubicBezTo>
                  <a:cubicBezTo>
                    <a:pt x="814637" y="181951"/>
                    <a:pt x="632274" y="0"/>
                    <a:pt x="407318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19050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76372" y="66675"/>
              <a:ext cx="661892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1512445" y="5668399"/>
            <a:ext cx="364646" cy="363824"/>
            <a:chOff x="0" y="0"/>
            <a:chExt cx="814637" cy="812800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814637" cy="812800"/>
            </a:xfrm>
            <a:custGeom>
              <a:rect b="b" l="l" r="r" t="t"/>
              <a:pathLst>
                <a:path extrusionOk="0" h="812800" w="814637">
                  <a:moveTo>
                    <a:pt x="407318" y="0"/>
                  </a:moveTo>
                  <a:cubicBezTo>
                    <a:pt x="182363" y="0"/>
                    <a:pt x="0" y="181951"/>
                    <a:pt x="0" y="406400"/>
                  </a:cubicBezTo>
                  <a:cubicBezTo>
                    <a:pt x="0" y="630849"/>
                    <a:pt x="182363" y="812800"/>
                    <a:pt x="407318" y="812800"/>
                  </a:cubicBezTo>
                  <a:cubicBezTo>
                    <a:pt x="632274" y="812800"/>
                    <a:pt x="814637" y="630849"/>
                    <a:pt x="814637" y="406400"/>
                  </a:cubicBezTo>
                  <a:cubicBezTo>
                    <a:pt x="814637" y="181951"/>
                    <a:pt x="632274" y="0"/>
                    <a:pt x="407318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19050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76372" y="66675"/>
              <a:ext cx="661892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0415480" y="3223208"/>
            <a:ext cx="364646" cy="363824"/>
            <a:chOff x="0" y="0"/>
            <a:chExt cx="814637" cy="812800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814637" cy="812800"/>
            </a:xfrm>
            <a:custGeom>
              <a:rect b="b" l="l" r="r" t="t"/>
              <a:pathLst>
                <a:path extrusionOk="0" h="812800" w="814637">
                  <a:moveTo>
                    <a:pt x="407318" y="0"/>
                  </a:moveTo>
                  <a:cubicBezTo>
                    <a:pt x="182363" y="0"/>
                    <a:pt x="0" y="181951"/>
                    <a:pt x="0" y="406400"/>
                  </a:cubicBezTo>
                  <a:cubicBezTo>
                    <a:pt x="0" y="630849"/>
                    <a:pt x="182363" y="812800"/>
                    <a:pt x="407318" y="812800"/>
                  </a:cubicBezTo>
                  <a:cubicBezTo>
                    <a:pt x="632274" y="812800"/>
                    <a:pt x="814637" y="630849"/>
                    <a:pt x="814637" y="406400"/>
                  </a:cubicBezTo>
                  <a:cubicBezTo>
                    <a:pt x="814637" y="181951"/>
                    <a:pt x="632274" y="0"/>
                    <a:pt x="407318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19050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76372" y="66675"/>
              <a:ext cx="661892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5228073" y="3988959"/>
            <a:ext cx="99255" cy="99255"/>
            <a:chOff x="0" y="0"/>
            <a:chExt cx="812800" cy="812800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5563046" y="4491877"/>
            <a:ext cx="99255" cy="99255"/>
            <a:chOff x="0" y="0"/>
            <a:chExt cx="812800" cy="812800"/>
          </a:xfrm>
        </p:grpSpPr>
        <p:sp>
          <p:nvSpPr>
            <p:cNvPr id="141" name="Google Shape;141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2"/>
          <p:cNvGrpSpPr/>
          <p:nvPr/>
        </p:nvGrpSpPr>
        <p:grpSpPr>
          <a:xfrm>
            <a:off x="5866416" y="4987783"/>
            <a:ext cx="99255" cy="99255"/>
            <a:chOff x="0" y="0"/>
            <a:chExt cx="812800" cy="812800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2"/>
          <p:cNvGrpSpPr/>
          <p:nvPr/>
        </p:nvGrpSpPr>
        <p:grpSpPr>
          <a:xfrm>
            <a:off x="8706132" y="6500797"/>
            <a:ext cx="99255" cy="99255"/>
            <a:chOff x="0" y="0"/>
            <a:chExt cx="812800" cy="812800"/>
          </a:xfrm>
        </p:grpSpPr>
        <p:sp>
          <p:nvSpPr>
            <p:cNvPr id="147" name="Google Shape;14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8469515" y="7035146"/>
            <a:ext cx="99255" cy="99255"/>
            <a:chOff x="0" y="0"/>
            <a:chExt cx="812800" cy="812800"/>
          </a:xfrm>
        </p:grpSpPr>
        <p:sp>
          <p:nvSpPr>
            <p:cNvPr id="150" name="Google Shape;150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2"/>
          <p:cNvGrpSpPr/>
          <p:nvPr/>
        </p:nvGrpSpPr>
        <p:grpSpPr>
          <a:xfrm>
            <a:off x="8171998" y="7665094"/>
            <a:ext cx="99255" cy="99255"/>
            <a:chOff x="0" y="0"/>
            <a:chExt cx="812800" cy="812800"/>
          </a:xfrm>
        </p:grpSpPr>
        <p:sp>
          <p:nvSpPr>
            <p:cNvPr id="153" name="Google Shape;153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2"/>
          <p:cNvGrpSpPr/>
          <p:nvPr/>
        </p:nvGrpSpPr>
        <p:grpSpPr>
          <a:xfrm>
            <a:off x="10862457" y="3988959"/>
            <a:ext cx="99255" cy="99255"/>
            <a:chOff x="0" y="0"/>
            <a:chExt cx="812800" cy="812800"/>
          </a:xfrm>
        </p:grpSpPr>
        <p:sp>
          <p:nvSpPr>
            <p:cNvPr id="156" name="Google Shape;156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11093779" y="4491877"/>
            <a:ext cx="99255" cy="99255"/>
            <a:chOff x="0" y="0"/>
            <a:chExt cx="812800" cy="812800"/>
          </a:xfrm>
        </p:grpSpPr>
        <p:sp>
          <p:nvSpPr>
            <p:cNvPr id="159" name="Google Shape;159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2"/>
          <p:cNvGrpSpPr/>
          <p:nvPr/>
        </p:nvGrpSpPr>
        <p:grpSpPr>
          <a:xfrm>
            <a:off x="11308246" y="4987783"/>
            <a:ext cx="99255" cy="99255"/>
            <a:chOff x="0" y="0"/>
            <a:chExt cx="812800" cy="812800"/>
          </a:xfrm>
        </p:grpSpPr>
        <p:sp>
          <p:nvSpPr>
            <p:cNvPr id="162" name="Google Shape;162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0F"/>
            </a:solidFill>
            <a:ln cap="sq" cmpd="sng" w="9525">
              <a:solidFill>
                <a:srgbClr val="00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2"/>
          <p:cNvSpPr txBox="1"/>
          <p:nvPr/>
        </p:nvSpPr>
        <p:spPr>
          <a:xfrm>
            <a:off x="3497281" y="3913948"/>
            <a:ext cx="1619992" cy="24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Ruido temporal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4468142" y="4416865"/>
            <a:ext cx="929845" cy="24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Outliers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3592607" y="4921848"/>
            <a:ext cx="2240127" cy="24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Datos inconsistentes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9475314" y="3913948"/>
            <a:ext cx="1135941" cy="24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8171998" y="4416865"/>
            <a:ext cx="2740086" cy="49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Aprende ruido en lugar de patrones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4869083" y="7590082"/>
            <a:ext cx="3148661" cy="24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Cambios bruscos de mercado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6901582" y="6425786"/>
            <a:ext cx="1728584" cy="24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Alta variabilidad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6443414" y="6960134"/>
            <a:ext cx="1950216" cy="24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Eventos externos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9248437" y="4962399"/>
            <a:ext cx="18453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7"/>
              <a:buFont typeface="Arial"/>
              <a:buNone/>
            </a:pPr>
            <a:r>
              <a:rPr b="0" i="0" lang="en-US" sz="1677" u="none" cap="none" strike="noStrike">
                <a:solidFill>
                  <a:srgbClr val="142E39"/>
                </a:solidFill>
                <a:latin typeface="Arial"/>
                <a:ea typeface="Arial"/>
                <a:cs typeface="Arial"/>
                <a:sym typeface="Arial"/>
              </a:rPr>
              <a:t>Alta sensibilidad a valores atípicos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3"/>
          <p:cNvGrpSpPr/>
          <p:nvPr/>
        </p:nvGrpSpPr>
        <p:grpSpPr>
          <a:xfrm>
            <a:off x="0" y="0"/>
            <a:ext cx="18288000" cy="2130399"/>
            <a:chOff x="0" y="0"/>
            <a:chExt cx="4816593" cy="561093"/>
          </a:xfrm>
        </p:grpSpPr>
        <p:sp>
          <p:nvSpPr>
            <p:cNvPr id="178" name="Google Shape;178;p3"/>
            <p:cNvSpPr/>
            <p:nvPr/>
          </p:nvSpPr>
          <p:spPr>
            <a:xfrm>
              <a:off x="0" y="0"/>
              <a:ext cx="4816592" cy="561093"/>
            </a:xfrm>
            <a:custGeom>
              <a:rect b="b" l="l" r="r" t="t"/>
              <a:pathLst>
                <a:path extrusionOk="0" h="5610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93"/>
                  </a:lnTo>
                  <a:lnTo>
                    <a:pt x="0" y="561093"/>
                  </a:lnTo>
                  <a:close/>
                </a:path>
              </a:pathLst>
            </a:custGeom>
            <a:solidFill>
              <a:srgbClr val="142E39"/>
            </a:solidFill>
            <a:ln>
              <a:noFill/>
            </a:ln>
          </p:spPr>
        </p:sp>
        <p:sp>
          <p:nvSpPr>
            <p:cNvPr id="179" name="Google Shape;179;p3"/>
            <p:cNvSpPr txBox="1"/>
            <p:nvPr/>
          </p:nvSpPr>
          <p:spPr>
            <a:xfrm>
              <a:off x="0" y="57150"/>
              <a:ext cx="4816593" cy="50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3"/>
          <p:cNvSpPr/>
          <p:nvPr/>
        </p:nvSpPr>
        <p:spPr>
          <a:xfrm rot="10800000">
            <a:off x="14444140" y="0"/>
            <a:ext cx="3843860" cy="1921930"/>
          </a:xfrm>
          <a:custGeom>
            <a:rect b="b" l="l" r="r" t="t"/>
            <a:pathLst>
              <a:path extrusionOk="0" h="1921930" w="3843860">
                <a:moveTo>
                  <a:pt x="0" y="0"/>
                </a:moveTo>
                <a:lnTo>
                  <a:pt x="3843860" y="0"/>
                </a:lnTo>
                <a:lnTo>
                  <a:pt x="3843860" y="1921930"/>
                </a:lnTo>
                <a:lnTo>
                  <a:pt x="0" y="192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3"/>
          <p:cNvSpPr/>
          <p:nvPr/>
        </p:nvSpPr>
        <p:spPr>
          <a:xfrm rot="10800000">
            <a:off x="14971131" y="694"/>
            <a:ext cx="2789878" cy="1394939"/>
          </a:xfrm>
          <a:custGeom>
            <a:rect b="b" l="l" r="r" t="t"/>
            <a:pathLst>
              <a:path extrusionOk="0" h="1394939" w="2789878">
                <a:moveTo>
                  <a:pt x="0" y="0"/>
                </a:moveTo>
                <a:lnTo>
                  <a:pt x="2789878" y="0"/>
                </a:lnTo>
                <a:lnTo>
                  <a:pt x="2789878" y="1394939"/>
                </a:lnTo>
                <a:lnTo>
                  <a:pt x="0" y="1394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3"/>
          <p:cNvSpPr txBox="1"/>
          <p:nvPr/>
        </p:nvSpPr>
        <p:spPr>
          <a:xfrm>
            <a:off x="1028700" y="727065"/>
            <a:ext cx="11074397" cy="67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SITUACION TECNICA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8151" y="1685650"/>
            <a:ext cx="15411676" cy="860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E3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4"/>
          <p:cNvGrpSpPr/>
          <p:nvPr/>
        </p:nvGrpSpPr>
        <p:grpSpPr>
          <a:xfrm>
            <a:off x="5697874" y="5466251"/>
            <a:ext cx="6892252" cy="410012"/>
            <a:chOff x="0" y="0"/>
            <a:chExt cx="1815243" cy="107986"/>
          </a:xfrm>
        </p:grpSpPr>
        <p:sp>
          <p:nvSpPr>
            <p:cNvPr id="189" name="Google Shape;189;p4"/>
            <p:cNvSpPr/>
            <p:nvPr/>
          </p:nvSpPr>
          <p:spPr>
            <a:xfrm>
              <a:off x="0" y="0"/>
              <a:ext cx="1815243" cy="50836"/>
            </a:xfrm>
            <a:custGeom>
              <a:rect b="b" l="l" r="r" t="t"/>
              <a:pathLst>
                <a:path extrusionOk="0" h="50836" w="1815243">
                  <a:moveTo>
                    <a:pt x="0" y="0"/>
                  </a:moveTo>
                  <a:lnTo>
                    <a:pt x="1815243" y="0"/>
                  </a:lnTo>
                  <a:lnTo>
                    <a:pt x="1815243" y="50836"/>
                  </a:lnTo>
                  <a:lnTo>
                    <a:pt x="0" y="50836"/>
                  </a:lnTo>
                  <a:close/>
                </a:path>
              </a:pathLst>
            </a:custGeom>
            <a:solidFill>
              <a:srgbClr val="A4D10F"/>
            </a:solidFill>
            <a:ln>
              <a:noFill/>
            </a:ln>
          </p:spPr>
        </p:sp>
        <p:sp>
          <p:nvSpPr>
            <p:cNvPr id="190" name="Google Shape;190;p4"/>
            <p:cNvSpPr txBox="1"/>
            <p:nvPr/>
          </p:nvSpPr>
          <p:spPr>
            <a:xfrm>
              <a:off x="0" y="57150"/>
              <a:ext cx="1815243" cy="50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4"/>
          <p:cNvGrpSpPr/>
          <p:nvPr/>
        </p:nvGrpSpPr>
        <p:grpSpPr>
          <a:xfrm>
            <a:off x="0" y="7455158"/>
            <a:ext cx="5663683" cy="2831842"/>
            <a:chOff x="0" y="0"/>
            <a:chExt cx="7551577" cy="3775789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7551577" cy="3775789"/>
            </a:xfrm>
            <a:custGeom>
              <a:rect b="b" l="l" r="r" t="t"/>
              <a:pathLst>
                <a:path extrusionOk="0" h="3775789" w="7551577">
                  <a:moveTo>
                    <a:pt x="0" y="0"/>
                  </a:moveTo>
                  <a:lnTo>
                    <a:pt x="7551577" y="0"/>
                  </a:lnTo>
                  <a:lnTo>
                    <a:pt x="7551577" y="3775789"/>
                  </a:lnTo>
                  <a:lnTo>
                    <a:pt x="0" y="377578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3" name="Google Shape;193;p4"/>
            <p:cNvSpPr/>
            <p:nvPr/>
          </p:nvSpPr>
          <p:spPr>
            <a:xfrm>
              <a:off x="1035317" y="1033953"/>
              <a:ext cx="5480943" cy="2740472"/>
            </a:xfrm>
            <a:custGeom>
              <a:rect b="b" l="l" r="r" t="t"/>
              <a:pathLst>
                <a:path extrusionOk="0" h="2740472" w="5480943">
                  <a:moveTo>
                    <a:pt x="0" y="0"/>
                  </a:moveTo>
                  <a:lnTo>
                    <a:pt x="5480943" y="0"/>
                  </a:lnTo>
                  <a:lnTo>
                    <a:pt x="5480943" y="2740471"/>
                  </a:lnTo>
                  <a:lnTo>
                    <a:pt x="0" y="274047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94" name="Google Shape;194;p4"/>
          <p:cNvGrpSpPr/>
          <p:nvPr/>
        </p:nvGrpSpPr>
        <p:grpSpPr>
          <a:xfrm>
            <a:off x="12624317" y="6682"/>
            <a:ext cx="5663683" cy="2831842"/>
            <a:chOff x="0" y="0"/>
            <a:chExt cx="7551577" cy="3775789"/>
          </a:xfrm>
        </p:grpSpPr>
        <p:sp>
          <p:nvSpPr>
            <p:cNvPr id="195" name="Google Shape;195;p4"/>
            <p:cNvSpPr/>
            <p:nvPr/>
          </p:nvSpPr>
          <p:spPr>
            <a:xfrm rot="10800000">
              <a:off x="0" y="0"/>
              <a:ext cx="7551577" cy="3775789"/>
            </a:xfrm>
            <a:custGeom>
              <a:rect b="b" l="l" r="r" t="t"/>
              <a:pathLst>
                <a:path extrusionOk="0" h="3775789" w="7551577">
                  <a:moveTo>
                    <a:pt x="0" y="0"/>
                  </a:moveTo>
                  <a:lnTo>
                    <a:pt x="7551577" y="0"/>
                  </a:lnTo>
                  <a:lnTo>
                    <a:pt x="7551577" y="3775789"/>
                  </a:lnTo>
                  <a:lnTo>
                    <a:pt x="0" y="377578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6" name="Google Shape;196;p4"/>
            <p:cNvSpPr/>
            <p:nvPr/>
          </p:nvSpPr>
          <p:spPr>
            <a:xfrm rot="10800000">
              <a:off x="1035317" y="1364"/>
              <a:ext cx="5480943" cy="2740472"/>
            </a:xfrm>
            <a:custGeom>
              <a:rect b="b" l="l" r="r" t="t"/>
              <a:pathLst>
                <a:path extrusionOk="0" h="2740472" w="5480943">
                  <a:moveTo>
                    <a:pt x="0" y="0"/>
                  </a:moveTo>
                  <a:lnTo>
                    <a:pt x="5480943" y="0"/>
                  </a:lnTo>
                  <a:lnTo>
                    <a:pt x="5480943" y="2740472"/>
                  </a:lnTo>
                  <a:lnTo>
                    <a:pt x="0" y="27404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7" name="Google Shape;197;p4"/>
          <p:cNvSpPr txBox="1"/>
          <p:nvPr/>
        </p:nvSpPr>
        <p:spPr>
          <a:xfrm>
            <a:off x="4999597" y="3982477"/>
            <a:ext cx="8288807" cy="1209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0" i="0" lang="en-US" sz="8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